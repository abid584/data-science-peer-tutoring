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0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4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1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7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7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6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1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6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77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9759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58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8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80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67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3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3FBB5-E4CF-4E30-B910-171F0A3B0300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A7997-975D-433C-BD31-886FB7698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34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462D-90BD-5A62-A269-9E1B1420A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K-Nearest Neighbor(KNN)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3412D16-2F2D-4501-A159-E912D54061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K-Nearest Neighbor(KNN)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KNN is one of the simplest machine learning algorithm for classification and regression problem but mainly used for classification.</a:t>
            </a:r>
          </a:p>
          <a:p>
            <a:pPr lvl="1" algn="just"/>
            <a:r>
              <a:rPr lang="en-US" dirty="0"/>
              <a:t>In KNN classification, the output is a class membership. </a:t>
            </a:r>
          </a:p>
          <a:p>
            <a:pPr lvl="1" algn="just"/>
            <a:r>
              <a:rPr lang="en-US" dirty="0"/>
              <a:t>The given data point is classified based on the majority of type of its neighbor’s. </a:t>
            </a:r>
          </a:p>
          <a:p>
            <a:pPr lvl="1" algn="just"/>
            <a:r>
              <a:rPr lang="en-US" dirty="0"/>
              <a:t>The data point is assigned to the most frequent class among its k nearest neighbor’s.</a:t>
            </a:r>
          </a:p>
          <a:p>
            <a:pPr lvl="1" algn="just"/>
            <a:r>
              <a:rPr lang="en-US" dirty="0"/>
              <a:t>Usually k is a small positive integer. If k=1, then the data point is simply assigned to the class of that single nearest neighbor.</a:t>
            </a:r>
          </a:p>
          <a:p>
            <a:pPr algn="just"/>
            <a:r>
              <a:rPr lang="en-US" dirty="0"/>
              <a:t>In KNN regression, the output is simply some property value for the object.</a:t>
            </a:r>
          </a:p>
          <a:p>
            <a:pPr algn="just"/>
            <a:r>
              <a:rPr lang="en-US" dirty="0"/>
              <a:t>This value is the average of the values of k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89924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K-Nearest Neighbor(KNN)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KNN algorithm intuition is very simple to understand. </a:t>
            </a:r>
          </a:p>
          <a:p>
            <a:pPr algn="just"/>
            <a:r>
              <a:rPr lang="en-US" dirty="0"/>
              <a:t>It simply calculates the distance between a sample data point and all the other training data points. </a:t>
            </a:r>
          </a:p>
          <a:p>
            <a:pPr algn="just"/>
            <a:r>
              <a:rPr lang="en-US" dirty="0"/>
              <a:t>The distance can be Euclidean distance or Manhattan distance. </a:t>
            </a:r>
          </a:p>
          <a:p>
            <a:pPr algn="just"/>
            <a:r>
              <a:rPr lang="en-US" dirty="0"/>
              <a:t>Then, it selects the k nearest data points where k can be any integer. </a:t>
            </a:r>
          </a:p>
          <a:p>
            <a:pPr algn="just"/>
            <a:r>
              <a:rPr lang="en-US" dirty="0"/>
              <a:t>Finally, it assigns the sample data point to the class to which the majority of the k data points belong.</a:t>
            </a:r>
          </a:p>
          <a:p>
            <a:pPr algn="just"/>
            <a:r>
              <a:rPr lang="en-US" dirty="0"/>
              <a:t>In KNN “K” is the number of nearest neighbors and mostly we opt for K value as Odd because it helps to decide the majority of the class.</a:t>
            </a:r>
          </a:p>
        </p:txBody>
      </p:sp>
    </p:spTree>
    <p:extLst>
      <p:ext uri="{BB962C8B-B14F-4D97-AF65-F5344CB8AC3E}">
        <p14:creationId xmlns:p14="http://schemas.microsoft.com/office/powerpoint/2010/main" val="276732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C4C8B-B8EB-B7A8-528C-182C1C4D8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685" y="234757"/>
            <a:ext cx="2885890" cy="23599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K-Nearest Neighbor(KNN)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KNN algorithm intuition is very simple to understand. </a:t>
            </a:r>
          </a:p>
          <a:p>
            <a:pPr algn="just"/>
            <a:r>
              <a:rPr lang="en-US" dirty="0"/>
              <a:t>It simply calculates the distance between a sample data point and all the other training data points. </a:t>
            </a:r>
          </a:p>
          <a:p>
            <a:pPr algn="just"/>
            <a:r>
              <a:rPr lang="en-US" dirty="0"/>
              <a:t>The distance can be Euclidean distance or Manhattan distance. </a:t>
            </a:r>
          </a:p>
          <a:p>
            <a:pPr algn="just"/>
            <a:r>
              <a:rPr lang="en-US" dirty="0"/>
              <a:t>Then, it selects the k nearest data points where k can be any integer. </a:t>
            </a:r>
          </a:p>
          <a:p>
            <a:pPr algn="just"/>
            <a:r>
              <a:rPr lang="en-US" dirty="0"/>
              <a:t>Finally, it assigns the sample data point to the class to which the majority of the k data points belong.</a:t>
            </a:r>
          </a:p>
          <a:p>
            <a:pPr algn="just"/>
            <a:r>
              <a:rPr lang="en-US" dirty="0"/>
              <a:t>In KNN “K” is the number of nearest neighbors and mostly we opt for K value as Odd because it helps to decide the majority of the class.</a:t>
            </a:r>
          </a:p>
        </p:txBody>
      </p:sp>
    </p:spTree>
    <p:extLst>
      <p:ext uri="{BB962C8B-B14F-4D97-AF65-F5344CB8AC3E}">
        <p14:creationId xmlns:p14="http://schemas.microsoft.com/office/powerpoint/2010/main" val="3373165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Distance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We mostly use this distance measurement technique to find the distance between consecutive points. </a:t>
            </a:r>
          </a:p>
          <a:p>
            <a:pPr algn="just"/>
            <a:r>
              <a:rPr lang="en-US" dirty="0"/>
              <a:t>It is generally used to find the distance between two real-valued vectors.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E4091-3C1F-B48E-826C-1F4767E53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06" y="3989930"/>
            <a:ext cx="3307190" cy="2617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Numerical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Q. From the given data-set find (</a:t>
            </a:r>
            <a:r>
              <a:rPr lang="en-US" dirty="0" err="1"/>
              <a:t>x,y</a:t>
            </a:r>
            <a:r>
              <a:rPr lang="en-US" dirty="0"/>
              <a:t>) = 57,170 whether belongs to Under or Normal Weights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C7645-0CE3-A428-70EF-F0AD89CA2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53" y="3018995"/>
            <a:ext cx="3830927" cy="3440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79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this approach we are going to use Euclidean distance formulae, n(no of records)=9 and assuming K value as 3</a:t>
            </a:r>
          </a:p>
          <a:p>
            <a:pPr algn="just"/>
            <a:r>
              <a:rPr lang="es-ES" dirty="0"/>
              <a:t>d1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x1=167,y1=51 and x2=170,y2=57</a:t>
            </a:r>
          </a:p>
          <a:p>
            <a:pPr algn="just"/>
            <a:r>
              <a:rPr lang="es-ES" dirty="0"/>
              <a:t>d1 = </a:t>
            </a:r>
            <a:r>
              <a:rPr lang="es-ES" dirty="0" err="1"/>
              <a:t>sqrt</a:t>
            </a:r>
            <a:r>
              <a:rPr lang="es-ES" dirty="0"/>
              <a:t> ((170–167)² + (57–51)²)</a:t>
            </a:r>
          </a:p>
          <a:p>
            <a:pPr algn="just"/>
            <a:r>
              <a:rPr lang="es-ES" dirty="0"/>
              <a:t>d1 = 6.7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9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d2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x1=183,y1=56 and x2=170,y2=57</a:t>
            </a:r>
          </a:p>
          <a:p>
            <a:pPr algn="just"/>
            <a:r>
              <a:rPr lang="es-ES" dirty="0"/>
              <a:t>d2 = </a:t>
            </a:r>
            <a:r>
              <a:rPr lang="es-ES" dirty="0" err="1"/>
              <a:t>sqrt</a:t>
            </a:r>
            <a:r>
              <a:rPr lang="es-ES" dirty="0"/>
              <a:t> ((170–183)² + (57–56)²)</a:t>
            </a:r>
          </a:p>
          <a:p>
            <a:pPr algn="just"/>
            <a:r>
              <a:rPr lang="es-ES" dirty="0"/>
              <a:t>d2 = 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3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d3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x1=176,y1=69 and x2=170,y2=57</a:t>
            </a:r>
          </a:p>
          <a:p>
            <a:pPr algn="just"/>
            <a:r>
              <a:rPr lang="es-ES" dirty="0"/>
              <a:t>d3 = </a:t>
            </a:r>
            <a:r>
              <a:rPr lang="es-ES" dirty="0" err="1"/>
              <a:t>sqrt</a:t>
            </a:r>
            <a:r>
              <a:rPr lang="es-ES" dirty="0"/>
              <a:t> ((170–176)² + (57–69)²)</a:t>
            </a:r>
          </a:p>
          <a:p>
            <a:pPr algn="just"/>
            <a:r>
              <a:rPr lang="es-ES" dirty="0"/>
              <a:t>d3 = 13.4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d4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x1=173,y1=64 and x2=170,y2=57</a:t>
            </a:r>
          </a:p>
          <a:p>
            <a:pPr algn="just"/>
            <a:r>
              <a:rPr lang="es-ES" dirty="0"/>
              <a:t>d4 = </a:t>
            </a:r>
            <a:r>
              <a:rPr lang="es-ES" dirty="0" err="1"/>
              <a:t>sqrt</a:t>
            </a:r>
            <a:r>
              <a:rPr lang="es-ES" dirty="0"/>
              <a:t> ((170–173)² + (57–64)²)</a:t>
            </a:r>
          </a:p>
          <a:p>
            <a:pPr algn="just"/>
            <a:r>
              <a:rPr lang="es-ES" dirty="0"/>
              <a:t>d4 = 7.6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6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d5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x1=172,y1=65 and x2=170,y2=57</a:t>
            </a:r>
          </a:p>
          <a:p>
            <a:pPr algn="just"/>
            <a:r>
              <a:rPr lang="es-ES" dirty="0"/>
              <a:t>d5 = </a:t>
            </a:r>
            <a:r>
              <a:rPr lang="es-ES" dirty="0" err="1"/>
              <a:t>sqrt</a:t>
            </a:r>
            <a:r>
              <a:rPr lang="es-ES" dirty="0"/>
              <a:t> ((170–172)² + (57–65)²)</a:t>
            </a:r>
          </a:p>
          <a:p>
            <a:pPr algn="just"/>
            <a:r>
              <a:rPr lang="es-ES" dirty="0"/>
              <a:t>d5 = 8.2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950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d6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x1=173,y1=64 and x2=170,y2=57</a:t>
            </a:r>
          </a:p>
          <a:p>
            <a:pPr algn="just"/>
            <a:r>
              <a:rPr lang="es-ES" dirty="0"/>
              <a:t>d6 = </a:t>
            </a:r>
            <a:r>
              <a:rPr lang="es-ES" dirty="0" err="1"/>
              <a:t>sqrt</a:t>
            </a:r>
            <a:r>
              <a:rPr lang="es-ES" dirty="0"/>
              <a:t> ((170–173)² + (57–64)²)</a:t>
            </a:r>
          </a:p>
          <a:p>
            <a:pPr algn="just"/>
            <a:r>
              <a:rPr lang="es-ES" dirty="0"/>
              <a:t>d6 = 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1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d7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x1=169,y1=58 and x2=170,y2=57</a:t>
            </a:r>
          </a:p>
          <a:p>
            <a:pPr algn="just"/>
            <a:r>
              <a:rPr lang="es-ES" dirty="0"/>
              <a:t>d7 = </a:t>
            </a:r>
            <a:r>
              <a:rPr lang="es-ES" dirty="0" err="1"/>
              <a:t>sqrt</a:t>
            </a:r>
            <a:r>
              <a:rPr lang="es-ES" dirty="0"/>
              <a:t> ((170–169)² + (57–58)²)</a:t>
            </a:r>
          </a:p>
          <a:p>
            <a:pPr algn="just"/>
            <a:r>
              <a:rPr lang="es-ES" dirty="0"/>
              <a:t>d7 = 1.414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03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d8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x1=173,y1=57 and x2=170,y2=57</a:t>
            </a:r>
          </a:p>
          <a:p>
            <a:pPr algn="just"/>
            <a:r>
              <a:rPr lang="es-ES" dirty="0"/>
              <a:t>d8 = </a:t>
            </a:r>
            <a:r>
              <a:rPr lang="es-ES" dirty="0" err="1"/>
              <a:t>sqrt</a:t>
            </a:r>
            <a:r>
              <a:rPr lang="es-ES" dirty="0"/>
              <a:t> ((170–173)² + (57–57)²)</a:t>
            </a:r>
          </a:p>
          <a:p>
            <a:pPr algn="just"/>
            <a:r>
              <a:rPr lang="es-ES" dirty="0"/>
              <a:t>d8 =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49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d9 = </a:t>
            </a:r>
            <a:r>
              <a:rPr lang="es-ES" dirty="0" err="1"/>
              <a:t>sqrt</a:t>
            </a:r>
            <a:r>
              <a:rPr lang="es-ES" dirty="0"/>
              <a:t> ((x2-x1)² + (y2-y1)²)</a:t>
            </a:r>
          </a:p>
          <a:p>
            <a:pPr algn="just"/>
            <a:r>
              <a:rPr lang="es-ES" dirty="0"/>
              <a:t>x1=170,y1=55 and x2=170,y2=57</a:t>
            </a:r>
          </a:p>
          <a:p>
            <a:pPr algn="just"/>
            <a:r>
              <a:rPr lang="es-ES" dirty="0"/>
              <a:t>d9 = </a:t>
            </a:r>
            <a:r>
              <a:rPr lang="es-ES" dirty="0" err="1"/>
              <a:t>sqrt</a:t>
            </a:r>
            <a:r>
              <a:rPr lang="es-ES" dirty="0"/>
              <a:t> ((170–170)² + (57–55)²)</a:t>
            </a:r>
          </a:p>
          <a:p>
            <a:pPr algn="just"/>
            <a:r>
              <a:rPr lang="es-ES" dirty="0"/>
              <a:t>d9 =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89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1696-35FE-370E-E796-A9559914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A347-6CC0-3817-9F1E-CACBF74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77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above results </a:t>
            </a:r>
          </a:p>
          <a:p>
            <a:pPr lvl="1" algn="just"/>
            <a:r>
              <a:rPr lang="en-US" dirty="0"/>
              <a:t>(57,170) → Given point</a:t>
            </a:r>
          </a:p>
          <a:p>
            <a:pPr lvl="1" algn="just"/>
            <a:r>
              <a:rPr lang="en-US"/>
              <a:t>(56,174</a:t>
            </a:r>
            <a:r>
              <a:rPr lang="en-US" dirty="0"/>
              <a:t>) → Under-Weight</a:t>
            </a:r>
          </a:p>
          <a:p>
            <a:pPr lvl="1" algn="just"/>
            <a:r>
              <a:rPr lang="en-US" dirty="0"/>
              <a:t>(57,173) → Normal-Weight</a:t>
            </a:r>
          </a:p>
          <a:p>
            <a:pPr lvl="1" algn="just"/>
            <a:r>
              <a:rPr lang="en-US" dirty="0"/>
              <a:t>(58,169) → Normal-Weight. </a:t>
            </a:r>
          </a:p>
          <a:p>
            <a:pPr algn="just"/>
            <a:r>
              <a:rPr lang="en-US" dirty="0"/>
              <a:t>Hence out of three points two points are Normal-Weight and one point is Under-Weight due to which majority is Normal-Weight.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Final Conclusion is given point is Normal-Weight</a:t>
            </a:r>
          </a:p>
        </p:txBody>
      </p:sp>
    </p:spTree>
    <p:extLst>
      <p:ext uri="{BB962C8B-B14F-4D97-AF65-F5344CB8AC3E}">
        <p14:creationId xmlns:p14="http://schemas.microsoft.com/office/powerpoint/2010/main" val="287171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331</TotalTime>
  <Words>757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K-Nearest Neighbor(KNN) </vt:lpstr>
      <vt:lpstr>K-Nearest Neighbor(KNN) </vt:lpstr>
      <vt:lpstr>K-Nearest Neighbor(KNN) </vt:lpstr>
      <vt:lpstr>K-Nearest Neighbor(KNN) </vt:lpstr>
      <vt:lpstr>Distance Measurement</vt:lpstr>
      <vt:lpstr>Numerical Example</vt:lpstr>
      <vt:lpstr>Solution:</vt:lpstr>
      <vt:lpstr>Solution:</vt:lpstr>
      <vt:lpstr>Solution:</vt:lpstr>
      <vt:lpstr>Solution:</vt:lpstr>
      <vt:lpstr>Solution:</vt:lpstr>
      <vt:lpstr>Solution:</vt:lpstr>
      <vt:lpstr>Solution:</vt:lpstr>
      <vt:lpstr>Solution:</vt:lpstr>
      <vt:lpstr>Solution:</vt:lpstr>
      <vt:lpstr>Result: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</dc:title>
  <dc:creator>Ahsan Arshad</dc:creator>
  <cp:lastModifiedBy>Abdul Jamil</cp:lastModifiedBy>
  <cp:revision>31</cp:revision>
  <dcterms:created xsi:type="dcterms:W3CDTF">2024-04-16T15:55:00Z</dcterms:created>
  <dcterms:modified xsi:type="dcterms:W3CDTF">2025-06-14T04:15:55Z</dcterms:modified>
</cp:coreProperties>
</file>